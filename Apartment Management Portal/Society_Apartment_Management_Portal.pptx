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3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3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0" y="548640"/>
            <a:ext cx="2560320" cy="1901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/ Apartment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Portal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Digital Solution for Residential Community Management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|  Project Presentation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8A2FE-6283-249D-183D-92B8197A2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157" y="721360"/>
            <a:ext cx="320040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2205702-E680-1A10-0FEC-12538026F839}"/>
              </a:ext>
            </a:extLst>
          </p:cNvPr>
          <p:cNvSpPr/>
          <p:nvPr/>
        </p:nvSpPr>
        <p:spPr>
          <a:xfrm>
            <a:off x="-32657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r>
              <a:rPr lang="en-IN" dirty="0"/>
              <a:t>                                                 </a:t>
            </a:r>
          </a:p>
          <a:p>
            <a:pPr algn="just"/>
            <a:r>
              <a:rPr lang="en-IN" sz="2000" b="1" dirty="0">
                <a:solidFill>
                  <a:schemeClr val="bg1"/>
                </a:solidFill>
              </a:rPr>
              <a:t>                                           Project Presentation By 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Image 0" descr="/home/workdir/artifacts/kl_logo.png">
            <a:extLst>
              <a:ext uri="{FF2B5EF4-FFF2-40B4-BE49-F238E27FC236}">
                <a16:creationId xmlns:a16="http://schemas.microsoft.com/office/drawing/2014/main" id="{45A3D735-3B7B-4F8C-B278-3BA89B945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18382"/>
            <a:ext cx="1490557" cy="526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7278D9-BDFF-2108-07B2-C9D38AA81BE3}"/>
              </a:ext>
            </a:extLst>
          </p:cNvPr>
          <p:cNvSpPr txBox="1"/>
          <p:nvPr/>
        </p:nvSpPr>
        <p:spPr>
          <a:xfrm>
            <a:off x="1102180" y="1080632"/>
            <a:ext cx="52782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NO : 28</a:t>
            </a:r>
          </a:p>
          <a:p>
            <a:pPr algn="ctr"/>
            <a:endParaRPr lang="en-IN" b="1" dirty="0"/>
          </a:p>
          <a:p>
            <a:pPr algn="ctr"/>
            <a:r>
              <a:rPr lang="en-IN" b="1" dirty="0"/>
              <a:t>BATCH MEMBERS :</a:t>
            </a:r>
          </a:p>
          <a:p>
            <a:pPr algn="ctr"/>
            <a:endParaRPr lang="en-IN" b="1" dirty="0"/>
          </a:p>
          <a:p>
            <a:pPr algn="ctr">
              <a:lnSpc>
                <a:spcPct val="150000"/>
              </a:lnSpc>
            </a:pPr>
            <a:r>
              <a:rPr lang="en-IN" sz="1600" dirty="0"/>
              <a:t>NAME : K.P.S PRANAV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ROLL NO: 2520080031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NAME : K.CHAITANYA RAM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ROLL NO : 2520090106 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NAME : K. BADARI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ROLL NO : 2520090165</a:t>
            </a:r>
          </a:p>
          <a:p>
            <a:pPr algn="ctr"/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16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77724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8918" y="182880"/>
            <a:ext cx="626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5087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 web-based platform that digitizes and streamlines all aspects of residential society and apartment complex management.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4612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1887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5087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42900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administrators, residents, security staff, and maintenance teams — enabling seamless coordination and transparency.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2648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11887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50876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0936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residential complexes demand efficient digital tools to replace paper-based processes, reduce delays, and improve accountability.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Record Keeping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Paper-based maintenance logs, visitor entries, and billing lead to errors, loss of data, and inefficiency.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Transparency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554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have limited visibility into fund utilization, maintenance schedules, and complaint resolution status.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3774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7744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514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Communication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2834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notices, emergency alerts, and meeting updates often fail to reach all residents in time.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23774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7744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2514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Billing &amp; Payments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0" y="2834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collection of maintenance fees, parking charges, and other dues causes delays and disputes.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36576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65760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794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Gaps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4114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management and access control remain largely manual, creating potential safety risks.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36576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65760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3794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Operations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29200" y="4114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systems (or none) for different functions result in poor coordination among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Core Operations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paper-based processes with a unified digital platform for resident records, billing, and maintenance.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Transparency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visibility into society finances, complaint status, and facility bookings for all stakeholders.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1430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0936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 Communication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instant notifications, announcements, and two-way communication between management and residents.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301752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Control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role-based authentication and digital visitor management to strengthen community security.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46120" y="301752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38328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38328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Payments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38328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online payment gateways for seamless collection of maintenance dues and other charges.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72200" y="301752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0936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936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0936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analytics and reports to support better decision-making by society administrators.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804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" y="712416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1152144"/>
            <a:ext cx="8229600" cy="3785616"/>
          </a:xfrm>
          <a:prstGeom prst="roundRect">
            <a:avLst>
              <a:gd name="adj" fmla="val 8889"/>
            </a:avLst>
          </a:prstGeom>
          <a:solidFill>
            <a:srgbClr val="EBF8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Frontend  •  Responsive Web UI  •  Admin &amp; Resident Dashboards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1E3A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Business Logic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REST APIs  •  Authentication &amp; Authorization  •  Business Rules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1E3A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0FFF4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Database  •  User Profiles  •  Transactions  •  Logs &amp; Audit Trails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29768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/ Stripe Integration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429768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SMS / Push Notifications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5C190DE-9E8C-A03B-3741-D8C44CFCF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698045"/>
            <a:ext cx="9189720" cy="4413451"/>
          </a:xfrm>
          <a:prstGeom prst="rect">
            <a:avLst/>
          </a:prstGeom>
          <a:ln>
            <a:solidFill>
              <a:schemeClr val="accent4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2801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Resident, Security, and Staff roles with tailored dashboards and permissions.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68880" y="109728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2801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&amp; Payments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56032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maintenance invoices, online payments, and payment history tracking.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63440" y="109728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28016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Management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75488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Raise, track, and resolve complaints with status updates and SLA tracking.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858000" y="109728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28016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4944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Booking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94944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clubhouse, gym, party halls with calendar view and conflict prevention.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274320" y="301752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20040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576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Management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6576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visitor logs, pre-approval, and real-time entry/exit tracking.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468880" y="301752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680" y="320040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56032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256032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notices, emergency alerts, and event updates to all or selected residents.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663440" y="301752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3200400"/>
            <a:ext cx="502920" cy="5029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75488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75488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summaries, occupancy stats, and complaint resolution metrics.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858000" y="301752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200400"/>
            <a:ext cx="502920" cy="5029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4944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Portal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694944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dues, raise requests, book facilities, and communicate with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716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UI, React Router, Axios, Context API / Redux for state management.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1460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1460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3716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60604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65176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JavaScript runtime powering the backend application logic and APIs.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0916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0916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37160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060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0060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84632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endpoints, middleware for auth, validation, and error handling.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0372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371600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9516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99516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04088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document store for flexible schemas — users, payments, complaints, logs.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0040" y="374904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50292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Technologies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0292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 •  bcrypt  •  Multer (file uploads)  •  Nodemailer / Twilio  •  Razorpay SDK  •  Chart.js  •  Tailwind CSS / Bootstrap  •  Git &amp; GitHub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91440" cy="1371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Society / Apartment Management Portal provides a unified, secure, and user-friendly platform that transforms traditional residential community operations. By digitizing billing, complaints, visitor management, and communication, it significantly improves efficiency, transparency, and resident satisfaction.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&amp; iOS applications for residents and security staff.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1460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1460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4"/>
          <p:cNvSpPr/>
          <p:nvPr/>
        </p:nvSpPr>
        <p:spPr>
          <a:xfrm>
            <a:off x="26060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0604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access control, parking sensors, and energy monitoring.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virtual assistant for FAQs, complaint triage, and status queries.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1228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1228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Multi-Society SaaS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0372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multi-tenant model for managing multiple societies from one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3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3280" y="914400"/>
            <a:ext cx="2377440" cy="1764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|  Society / Apartment Management 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783</Words>
  <Application>Microsoft Office PowerPoint</Application>
  <PresentationFormat>On-screen Show (16:9)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Society / Apartment Management Portal</dc:title>
  <dc:subject>Project Presentation</dc:subject>
  <dc:creator>KL University</dc:creator>
  <cp:lastModifiedBy>K.CHAITANYA RAM</cp:lastModifiedBy>
  <cp:revision>7</cp:revision>
  <dcterms:created xsi:type="dcterms:W3CDTF">2026-09-21T08:36:40Z</dcterms:created>
  <dcterms:modified xsi:type="dcterms:W3CDTF">2026-09-21T09:01:48Z</dcterms:modified>
</cp:coreProperties>
</file>